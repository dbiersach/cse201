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405" r:id="rId2"/>
    <p:sldId id="406" r:id="rId3"/>
    <p:sldId id="407" r:id="rId4"/>
    <p:sldId id="1186" r:id="rId5"/>
    <p:sldId id="1185" r:id="rId6"/>
    <p:sldId id="1163" r:id="rId7"/>
    <p:sldId id="1188" r:id="rId8"/>
    <p:sldId id="1187" r:id="rId9"/>
    <p:sldId id="432" r:id="rId10"/>
    <p:sldId id="1189" r:id="rId11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6C3679-D640-4A45-B1C0-33BC50EF6D63}" v="11" dt="2023-01-12T05:20:34.9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  <pc:docChgLst>
    <pc:chgData name="David Biersach" userId="14a9feb0-85a7-4da4-be8a-c1e22b637acc" providerId="ADAL" clId="{5E6C3679-D640-4A45-B1C0-33BC50EF6D63}"/>
    <pc:docChg chg="undo custSel addSld delSld modSld">
      <pc:chgData name="David Biersach" userId="14a9feb0-85a7-4da4-be8a-c1e22b637acc" providerId="ADAL" clId="{5E6C3679-D640-4A45-B1C0-33BC50EF6D63}" dt="2023-01-12T05:20:34.973" v="23"/>
      <pc:docMkLst>
        <pc:docMk/>
      </pc:docMkLst>
      <pc:sldChg chg="add modAnim">
        <pc:chgData name="David Biersach" userId="14a9feb0-85a7-4da4-be8a-c1e22b637acc" providerId="ADAL" clId="{5E6C3679-D640-4A45-B1C0-33BC50EF6D63}" dt="2023-01-12T05:19:11.095" v="2"/>
        <pc:sldMkLst>
          <pc:docMk/>
          <pc:sldMk cId="2119848228" sldId="405"/>
        </pc:sldMkLst>
      </pc:sldChg>
      <pc:sldChg chg="add modAnim">
        <pc:chgData name="David Biersach" userId="14a9feb0-85a7-4da4-be8a-c1e22b637acc" providerId="ADAL" clId="{5E6C3679-D640-4A45-B1C0-33BC50EF6D63}" dt="2023-01-12T05:19:15.008" v="3"/>
        <pc:sldMkLst>
          <pc:docMk/>
          <pc:sldMk cId="770443435" sldId="406"/>
        </pc:sldMkLst>
      </pc:sldChg>
      <pc:sldChg chg="add modAnim">
        <pc:chgData name="David Biersach" userId="14a9feb0-85a7-4da4-be8a-c1e22b637acc" providerId="ADAL" clId="{5E6C3679-D640-4A45-B1C0-33BC50EF6D63}" dt="2023-01-12T05:19:18.182" v="4"/>
        <pc:sldMkLst>
          <pc:docMk/>
          <pc:sldMk cId="2588279160" sldId="407"/>
        </pc:sldMkLst>
      </pc:sldChg>
      <pc:sldChg chg="delSp add mod delAnim">
        <pc:chgData name="David Biersach" userId="14a9feb0-85a7-4da4-be8a-c1e22b637acc" providerId="ADAL" clId="{5E6C3679-D640-4A45-B1C0-33BC50EF6D63}" dt="2023-01-12T05:20:31.238" v="22" actId="478"/>
        <pc:sldMkLst>
          <pc:docMk/>
          <pc:sldMk cId="2729075119" sldId="432"/>
        </pc:sldMkLst>
        <pc:spChg chg="del">
          <ac:chgData name="David Biersach" userId="14a9feb0-85a7-4da4-be8a-c1e22b637acc" providerId="ADAL" clId="{5E6C3679-D640-4A45-B1C0-33BC50EF6D63}" dt="2023-01-12T05:20:31.238" v="22" actId="478"/>
          <ac:spMkLst>
            <pc:docMk/>
            <pc:sldMk cId="2729075119" sldId="432"/>
            <ac:spMk id="10" creationId="{39F0D93A-3AC9-4262-AF55-F031E91C1B74}"/>
          </ac:spMkLst>
        </pc:spChg>
        <pc:picChg chg="del">
          <ac:chgData name="David Biersach" userId="14a9feb0-85a7-4da4-be8a-c1e22b637acc" providerId="ADAL" clId="{5E6C3679-D640-4A45-B1C0-33BC50EF6D63}" dt="2023-01-12T05:20:29.891" v="21" actId="478"/>
          <ac:picMkLst>
            <pc:docMk/>
            <pc:sldMk cId="2729075119" sldId="432"/>
            <ac:picMk id="7" creationId="{EBF6A676-2F70-4C23-AC60-C288ECFA2F3D}"/>
          </ac:picMkLst>
        </pc:picChg>
        <pc:picChg chg="del">
          <ac:chgData name="David Biersach" userId="14a9feb0-85a7-4da4-be8a-c1e22b637acc" providerId="ADAL" clId="{5E6C3679-D640-4A45-B1C0-33BC50EF6D63}" dt="2023-01-12T05:20:29.242" v="20" actId="478"/>
          <ac:picMkLst>
            <pc:docMk/>
            <pc:sldMk cId="2729075119" sldId="432"/>
            <ac:picMk id="9" creationId="{E9B1D1F0-F1E7-4F3F-BC72-C24216A93359}"/>
          </ac:picMkLst>
        </pc:picChg>
      </pc:sldChg>
      <pc:sldChg chg="del">
        <pc:chgData name="David Biersach" userId="14a9feb0-85a7-4da4-be8a-c1e22b637acc" providerId="ADAL" clId="{5E6C3679-D640-4A45-B1C0-33BC50EF6D63}" dt="2023-01-12T05:15:05.945" v="1" actId="47"/>
        <pc:sldMkLst>
          <pc:docMk/>
          <pc:sldMk cId="590387309" sldId="1063"/>
        </pc:sldMkLst>
      </pc:sldChg>
      <pc:sldChg chg="addSp delSp add mod addAnim delAnim modAnim">
        <pc:chgData name="David Biersach" userId="14a9feb0-85a7-4da4-be8a-c1e22b637acc" providerId="ADAL" clId="{5E6C3679-D640-4A45-B1C0-33BC50EF6D63}" dt="2023-01-12T05:20:05.874" v="16" actId="478"/>
        <pc:sldMkLst>
          <pc:docMk/>
          <pc:sldMk cId="3991926401" sldId="1163"/>
        </pc:sldMkLst>
        <pc:spChg chg="del">
          <ac:chgData name="David Biersach" userId="14a9feb0-85a7-4da4-be8a-c1e22b637acc" providerId="ADAL" clId="{5E6C3679-D640-4A45-B1C0-33BC50EF6D63}" dt="2023-01-12T05:20:03.004" v="14" actId="478"/>
          <ac:spMkLst>
            <pc:docMk/>
            <pc:sldMk cId="3991926401" sldId="1163"/>
            <ac:spMk id="8" creationId="{20732228-3B2A-2F49-D492-A74A0703D34B}"/>
          </ac:spMkLst>
        </pc:spChg>
        <pc:spChg chg="del">
          <ac:chgData name="David Biersach" userId="14a9feb0-85a7-4da4-be8a-c1e22b637acc" providerId="ADAL" clId="{5E6C3679-D640-4A45-B1C0-33BC50EF6D63}" dt="2023-01-12T05:19:37.556" v="8" actId="478"/>
          <ac:spMkLst>
            <pc:docMk/>
            <pc:sldMk cId="3991926401" sldId="1163"/>
            <ac:spMk id="10" creationId="{14BE7204-DCBB-BD0E-5B98-EC3EB0779FC4}"/>
          </ac:spMkLst>
        </pc:spChg>
        <pc:picChg chg="add del">
          <ac:chgData name="David Biersach" userId="14a9feb0-85a7-4da4-be8a-c1e22b637acc" providerId="ADAL" clId="{5E6C3679-D640-4A45-B1C0-33BC50EF6D63}" dt="2023-01-12T05:19:40.512" v="10" actId="478"/>
          <ac:picMkLst>
            <pc:docMk/>
            <pc:sldMk cId="3991926401" sldId="1163"/>
            <ac:picMk id="7" creationId="{D1B43AC5-FB08-E4CC-F233-F50BDC985F5B}"/>
          </ac:picMkLst>
        </pc:picChg>
        <pc:cxnChg chg="del">
          <ac:chgData name="David Biersach" userId="14a9feb0-85a7-4da4-be8a-c1e22b637acc" providerId="ADAL" clId="{5E6C3679-D640-4A45-B1C0-33BC50EF6D63}" dt="2023-01-12T05:20:04.626" v="15" actId="478"/>
          <ac:cxnSpMkLst>
            <pc:docMk/>
            <pc:sldMk cId="3991926401" sldId="1163"/>
            <ac:cxnSpMk id="9" creationId="{E3ABF9E1-C3A6-21E1-D385-4494A0F727F2}"/>
          </ac:cxnSpMkLst>
        </pc:cxnChg>
        <pc:cxnChg chg="del">
          <ac:chgData name="David Biersach" userId="14a9feb0-85a7-4da4-be8a-c1e22b637acc" providerId="ADAL" clId="{5E6C3679-D640-4A45-B1C0-33BC50EF6D63}" dt="2023-01-12T05:20:05.874" v="16" actId="478"/>
          <ac:cxnSpMkLst>
            <pc:docMk/>
            <pc:sldMk cId="3991926401" sldId="1163"/>
            <ac:cxnSpMk id="11" creationId="{90B7D5CA-4FA9-5C3D-1FFF-1C87325DCC84}"/>
          </ac:cxnSpMkLst>
        </pc:cxnChg>
      </pc:sldChg>
      <pc:sldChg chg="add modAnim">
        <pc:chgData name="David Biersach" userId="14a9feb0-85a7-4da4-be8a-c1e22b637acc" providerId="ADAL" clId="{5E6C3679-D640-4A45-B1C0-33BC50EF6D63}" dt="2023-01-12T05:19:26.339" v="6"/>
        <pc:sldMkLst>
          <pc:docMk/>
          <pc:sldMk cId="791775538" sldId="1185"/>
        </pc:sldMkLst>
      </pc:sldChg>
      <pc:sldChg chg="add modAnim">
        <pc:chgData name="David Biersach" userId="14a9feb0-85a7-4da4-be8a-c1e22b637acc" providerId="ADAL" clId="{5E6C3679-D640-4A45-B1C0-33BC50EF6D63}" dt="2023-01-12T05:19:22.572" v="5"/>
        <pc:sldMkLst>
          <pc:docMk/>
          <pc:sldMk cId="2058564791" sldId="1186"/>
        </pc:sldMkLst>
      </pc:sldChg>
      <pc:sldChg chg="add modAnim">
        <pc:chgData name="David Biersach" userId="14a9feb0-85a7-4da4-be8a-c1e22b637acc" providerId="ADAL" clId="{5E6C3679-D640-4A45-B1C0-33BC50EF6D63}" dt="2023-01-12T05:20:15.994" v="18"/>
        <pc:sldMkLst>
          <pc:docMk/>
          <pc:sldMk cId="1150253206" sldId="1187"/>
        </pc:sldMkLst>
      </pc:sldChg>
      <pc:sldChg chg="add modAnim">
        <pc:chgData name="David Biersach" userId="14a9feb0-85a7-4da4-be8a-c1e22b637acc" providerId="ADAL" clId="{5E6C3679-D640-4A45-B1C0-33BC50EF6D63}" dt="2023-01-12T05:20:10.547" v="17"/>
        <pc:sldMkLst>
          <pc:docMk/>
          <pc:sldMk cId="2053193231" sldId="1188"/>
        </pc:sldMkLst>
      </pc:sldChg>
      <pc:sldChg chg="add modAnim">
        <pc:chgData name="David Biersach" userId="14a9feb0-85a7-4da4-be8a-c1e22b637acc" providerId="ADAL" clId="{5E6C3679-D640-4A45-B1C0-33BC50EF6D63}" dt="2023-01-12T05:20:34.973" v="23"/>
        <pc:sldMkLst>
          <pc:docMk/>
          <pc:sldMk cId="3364387614" sldId="1189"/>
        </pc:sldMkLst>
      </pc:sldChg>
      <pc:sldChg chg="del">
        <pc:chgData name="David Biersach" userId="14a9feb0-85a7-4da4-be8a-c1e22b637acc" providerId="ADAL" clId="{5E6C3679-D640-4A45-B1C0-33BC50EF6D63}" dt="2023-01-12T05:15:05.945" v="1" actId="47"/>
        <pc:sldMkLst>
          <pc:docMk/>
          <pc:sldMk cId="333868859" sldId="1269"/>
        </pc:sldMkLst>
      </pc:sldChg>
      <pc:sldChg chg="del">
        <pc:chgData name="David Biersach" userId="14a9feb0-85a7-4da4-be8a-c1e22b637acc" providerId="ADAL" clId="{5E6C3679-D640-4A45-B1C0-33BC50EF6D63}" dt="2023-01-12T05:15:05.945" v="1" actId="47"/>
        <pc:sldMkLst>
          <pc:docMk/>
          <pc:sldMk cId="3479366331" sldId="1308"/>
        </pc:sldMkLst>
      </pc:sldChg>
      <pc:sldChg chg="del">
        <pc:chgData name="David Biersach" userId="14a9feb0-85a7-4da4-be8a-c1e22b637acc" providerId="ADAL" clId="{5E6C3679-D640-4A45-B1C0-33BC50EF6D63}" dt="2023-01-12T05:15:05.945" v="1" actId="47"/>
        <pc:sldMkLst>
          <pc:docMk/>
          <pc:sldMk cId="2389966112" sldId="1373"/>
        </pc:sldMkLst>
      </pc:sldChg>
      <pc:sldChg chg="del">
        <pc:chgData name="David Biersach" userId="14a9feb0-85a7-4da4-be8a-c1e22b637acc" providerId="ADAL" clId="{5E6C3679-D640-4A45-B1C0-33BC50EF6D63}" dt="2023-01-12T05:15:05.945" v="1" actId="47"/>
        <pc:sldMkLst>
          <pc:docMk/>
          <pc:sldMk cId="462023173" sldId="1374"/>
        </pc:sldMkLst>
      </pc:sldChg>
      <pc:sldChg chg="del">
        <pc:chgData name="David Biersach" userId="14a9feb0-85a7-4da4-be8a-c1e22b637acc" providerId="ADAL" clId="{5E6C3679-D640-4A45-B1C0-33BC50EF6D63}" dt="2023-01-12T05:15:05.945" v="1" actId="47"/>
        <pc:sldMkLst>
          <pc:docMk/>
          <pc:sldMk cId="3173089660" sldId="1376"/>
        </pc:sldMkLst>
      </pc:sldChg>
      <pc:sldChg chg="del">
        <pc:chgData name="David Biersach" userId="14a9feb0-85a7-4da4-be8a-c1e22b637acc" providerId="ADAL" clId="{5E6C3679-D640-4A45-B1C0-33BC50EF6D63}" dt="2023-01-12T05:15:05.945" v="1" actId="47"/>
        <pc:sldMkLst>
          <pc:docMk/>
          <pc:sldMk cId="901684696" sldId="1378"/>
        </pc:sldMkLst>
      </pc:sldChg>
      <pc:sldChg chg="del">
        <pc:chgData name="David Biersach" userId="14a9feb0-85a7-4da4-be8a-c1e22b637acc" providerId="ADAL" clId="{5E6C3679-D640-4A45-B1C0-33BC50EF6D63}" dt="2023-01-12T05:15:05.945" v="1" actId="47"/>
        <pc:sldMkLst>
          <pc:docMk/>
          <pc:sldMk cId="2959044432" sldId="1379"/>
        </pc:sldMkLst>
      </pc:sldChg>
      <pc:sldChg chg="del">
        <pc:chgData name="David Biersach" userId="14a9feb0-85a7-4da4-be8a-c1e22b637acc" providerId="ADAL" clId="{5E6C3679-D640-4A45-B1C0-33BC50EF6D63}" dt="2023-01-12T05:15:05.945" v="1" actId="47"/>
        <pc:sldMkLst>
          <pc:docMk/>
          <pc:sldMk cId="227375485" sldId="1380"/>
        </pc:sldMkLst>
      </pc:sldChg>
      <pc:sldChg chg="del">
        <pc:chgData name="David Biersach" userId="14a9feb0-85a7-4da4-be8a-c1e22b637acc" providerId="ADAL" clId="{5E6C3679-D640-4A45-B1C0-33BC50EF6D63}" dt="2023-01-12T05:15:05.945" v="1" actId="47"/>
        <pc:sldMkLst>
          <pc:docMk/>
          <pc:sldMk cId="1111225978" sldId="1381"/>
        </pc:sldMkLst>
      </pc:sldChg>
      <pc:sldChg chg="del">
        <pc:chgData name="David Biersach" userId="14a9feb0-85a7-4da4-be8a-c1e22b637acc" providerId="ADAL" clId="{5E6C3679-D640-4A45-B1C0-33BC50EF6D63}" dt="2023-01-12T05:15:05.945" v="1" actId="47"/>
        <pc:sldMkLst>
          <pc:docMk/>
          <pc:sldMk cId="71548383" sldId="13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824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239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613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179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766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988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54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99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7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692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Modelling Nuclear Decay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01088" y="1589341"/>
                <a:ext cx="32095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dirty="0"/>
                  <a:t> number of nuclei at time t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088" y="1589341"/>
                <a:ext cx="3209597" cy="276999"/>
              </a:xfrm>
              <a:prstGeom prst="rect">
                <a:avLst/>
              </a:prstGeom>
              <a:blipFill>
                <a:blip r:embed="rId3"/>
                <a:stretch>
                  <a:fillRect l="-2467" t="-28889" r="-3605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263654" y="2564664"/>
                <a:ext cx="1336200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654" y="2564664"/>
                <a:ext cx="1336200" cy="5276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345680" y="1936968"/>
                <a:ext cx="29204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dirty="0"/>
                  <a:t> mean lifetime (half life)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680" y="1936968"/>
                <a:ext cx="2920412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619151" y="3450165"/>
                <a:ext cx="2373470" cy="537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151" y="3450165"/>
                <a:ext cx="2373470" cy="5375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45680" y="4345604"/>
                <a:ext cx="2740622" cy="537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680" y="4345604"/>
                <a:ext cx="2740622" cy="5375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404701" y="5275073"/>
                <a:ext cx="2802370" cy="525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701" y="5275073"/>
                <a:ext cx="2802370" cy="5257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06B20F01-E41E-48F4-8309-5B86AD5D5648}"/>
              </a:ext>
            </a:extLst>
          </p:cNvPr>
          <p:cNvSpPr/>
          <p:nvPr/>
        </p:nvSpPr>
        <p:spPr>
          <a:xfrm>
            <a:off x="2686051" y="6111210"/>
            <a:ext cx="2470358" cy="427703"/>
          </a:xfrm>
          <a:prstGeom prst="wedgeRoundRectCallout">
            <a:avLst>
              <a:gd name="adj1" fmla="val 45285"/>
              <a:gd name="adj2" fmla="val -11939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This is Euler’s Method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E36D1290-77E7-4AD4-9ADE-51F52ECB9EA2}"/>
              </a:ext>
            </a:extLst>
          </p:cNvPr>
          <p:cNvSpPr/>
          <p:nvPr/>
        </p:nvSpPr>
        <p:spPr>
          <a:xfrm>
            <a:off x="6612191" y="3278499"/>
            <a:ext cx="2192596" cy="880913"/>
          </a:xfrm>
          <a:prstGeom prst="wedgeRoundRectCallout">
            <a:avLst>
              <a:gd name="adj1" fmla="val -72933"/>
              <a:gd name="adj2" fmla="val -481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Fermat's Difference Quotient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8E7DD8-DA35-8EA6-9596-19C5D9BD3E32}"/>
              </a:ext>
            </a:extLst>
          </p:cNvPr>
          <p:cNvSpPr/>
          <p:nvPr/>
        </p:nvSpPr>
        <p:spPr>
          <a:xfrm>
            <a:off x="4858491" y="2521744"/>
            <a:ext cx="808884" cy="61806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13730D-B3D7-EE13-ABA2-F87328D5C1C4}"/>
              </a:ext>
            </a:extLst>
          </p:cNvPr>
          <p:cNvSpPr/>
          <p:nvPr/>
        </p:nvSpPr>
        <p:spPr>
          <a:xfrm>
            <a:off x="3279527" y="4345604"/>
            <a:ext cx="808884" cy="61806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1F6F769-6D78-46C8-A578-BD49B64F6A0E}"/>
              </a:ext>
            </a:extLst>
          </p:cNvPr>
          <p:cNvCxnSpPr>
            <a:stCxn id="5" idx="0"/>
            <a:endCxn id="14" idx="1"/>
          </p:cNvCxnSpPr>
          <p:nvPr/>
        </p:nvCxnSpPr>
        <p:spPr>
          <a:xfrm rot="16200000" flipH="1" flipV="1">
            <a:off x="3204782" y="2596488"/>
            <a:ext cx="2132895" cy="1983406"/>
          </a:xfrm>
          <a:prstGeom prst="bentConnector4">
            <a:avLst>
              <a:gd name="adj1" fmla="val -7555"/>
              <a:gd name="adj2" fmla="val 136845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848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Fluorine-18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1368987"/>
            <a:ext cx="6076950" cy="45624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65523" y="2875935"/>
            <a:ext cx="2802193" cy="28022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43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Fluorine-18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680" y="1468581"/>
            <a:ext cx="7142639" cy="46988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33" y="434446"/>
            <a:ext cx="1252307" cy="10341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7684" y="2013945"/>
            <a:ext cx="1084006" cy="3149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7325" y="1825863"/>
            <a:ext cx="1164724" cy="3781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7325" y="1825073"/>
            <a:ext cx="271495" cy="13311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0554" y="1825073"/>
            <a:ext cx="271495" cy="1331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2775" y="1702194"/>
            <a:ext cx="271495" cy="1331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725509-B454-4BEE-8C52-95FD01B75869}"/>
              </a:ext>
            </a:extLst>
          </p:cNvPr>
          <p:cNvSpPr txBox="1"/>
          <p:nvPr/>
        </p:nvSpPr>
        <p:spPr>
          <a:xfrm>
            <a:off x="303938" y="4653981"/>
            <a:ext cx="1739495" cy="175432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At least </a:t>
            </a:r>
            <a:r>
              <a:rPr lang="en-US" b="1" dirty="0"/>
              <a:t>5%</a:t>
            </a:r>
            <a:r>
              <a:rPr lang="en-US" dirty="0"/>
              <a:t> of the injected Flourine-18 must still be present to be detected</a:t>
            </a:r>
          </a:p>
        </p:txBody>
      </p:sp>
    </p:spTree>
    <p:extLst>
      <p:ext uri="{BB962C8B-B14F-4D97-AF65-F5344CB8AC3E}">
        <p14:creationId xmlns:p14="http://schemas.microsoft.com/office/powerpoint/2010/main" val="2588279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fluorine-18.py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AE8FFE-FC03-7158-9ADB-FFDB168BF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166" y="1848019"/>
            <a:ext cx="4752381" cy="397142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1C9C372-0D5F-6B44-537E-937CF8A68286}"/>
              </a:ext>
            </a:extLst>
          </p:cNvPr>
          <p:cNvGrpSpPr/>
          <p:nvPr/>
        </p:nvGrpSpPr>
        <p:grpSpPr>
          <a:xfrm>
            <a:off x="3455474" y="3157847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19118DB-C0EB-D2D0-168C-761232D2A6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32BD1D-5E4E-D4AF-4200-0A0616D28D8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FB0F31-217C-6B7F-382C-D0D50C8CFB4D}"/>
              </a:ext>
            </a:extLst>
          </p:cNvPr>
          <p:cNvGrpSpPr/>
          <p:nvPr/>
        </p:nvGrpSpPr>
        <p:grpSpPr>
          <a:xfrm>
            <a:off x="4125677" y="3729399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173162A-755A-3ADD-E911-04EA0EC8F0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A363B9-9646-8AC3-45DA-2C86BEBADBF3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514BB8-62B7-963F-09C4-5C979E3C5DD6}"/>
              </a:ext>
            </a:extLst>
          </p:cNvPr>
          <p:cNvGrpSpPr/>
          <p:nvPr/>
        </p:nvGrpSpPr>
        <p:grpSpPr>
          <a:xfrm>
            <a:off x="4550237" y="4294315"/>
            <a:ext cx="1068643" cy="369332"/>
            <a:chOff x="3647644" y="4910075"/>
            <a:chExt cx="106864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CF4FF04-35CB-7518-5EF8-3260354B418A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F4D5399-6F71-7BDE-7D6B-2D851D5562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387212-4A8F-C222-1536-72DA906A34DD}"/>
              </a:ext>
            </a:extLst>
          </p:cNvPr>
          <p:cNvGrpSpPr/>
          <p:nvPr/>
        </p:nvGrpSpPr>
        <p:grpSpPr>
          <a:xfrm>
            <a:off x="5006935" y="5071558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BFCAC3-0E9B-8C8C-B434-25B30FA260F6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5DD98CB-5134-91A8-752C-FB5C3831A6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FCF036F-1172-7BA9-B87B-FFA9CCA377BC}"/>
              </a:ext>
            </a:extLst>
          </p:cNvPr>
          <p:cNvGrpSpPr/>
          <p:nvPr/>
        </p:nvGrpSpPr>
        <p:grpSpPr>
          <a:xfrm>
            <a:off x="4047224" y="5252417"/>
            <a:ext cx="1068643" cy="369332"/>
            <a:chOff x="3647644" y="5359159"/>
            <a:chExt cx="1068643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91617A7-DF77-FECF-A2DF-5BD538D9A4C3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8AD9D5C-49D1-21FC-7EC8-E347B57089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1B3782-6D9A-30B0-DED2-6323D7E366D3}"/>
              </a:ext>
            </a:extLst>
          </p:cNvPr>
          <p:cNvGrpSpPr/>
          <p:nvPr/>
        </p:nvGrpSpPr>
        <p:grpSpPr>
          <a:xfrm>
            <a:off x="4785246" y="5435531"/>
            <a:ext cx="1076632" cy="369332"/>
            <a:chOff x="2157212" y="5356391"/>
            <a:chExt cx="1076632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4815678-76FF-E5A1-E48D-8F5D2BA36BB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D3D16F0-5857-9148-09C0-87CE49AEAD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685F0E0-68E8-179B-1139-6BF413020357}"/>
                  </a:ext>
                </a:extLst>
              </p:cNvPr>
              <p:cNvSpPr txBox="1"/>
              <p:nvPr/>
            </p:nvSpPr>
            <p:spPr>
              <a:xfrm>
                <a:off x="5427151" y="3617202"/>
                <a:ext cx="1336200" cy="52764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685F0E0-68E8-179B-1139-6BF413020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151" y="3617202"/>
                <a:ext cx="1336200" cy="5276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8564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CEA7C86F-5ED1-7A1C-95FD-050D6DA53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953" y="1775901"/>
            <a:ext cx="5838095" cy="448571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fluorine-18.py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A79C6C6-12D8-D387-6324-7533F34F306C}"/>
              </a:ext>
            </a:extLst>
          </p:cNvPr>
          <p:cNvGrpSpPr/>
          <p:nvPr/>
        </p:nvGrpSpPr>
        <p:grpSpPr>
          <a:xfrm>
            <a:off x="3495748" y="2509719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230E306-6A5E-E0DC-121F-B211021D46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412CF6-DA07-9030-AA1A-D98F56C65B85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4B99285-C3F1-B18C-F3CE-132C9AF70523}"/>
              </a:ext>
            </a:extLst>
          </p:cNvPr>
          <p:cNvGrpSpPr/>
          <p:nvPr/>
        </p:nvGrpSpPr>
        <p:grpSpPr>
          <a:xfrm>
            <a:off x="6947954" y="2882900"/>
            <a:ext cx="1076632" cy="369332"/>
            <a:chOff x="4704120" y="2356972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4F96E45-81A8-928D-6666-54AD3D65E8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9F080C3-E1CE-685D-7AB1-7E08871E8544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D20FCC-91D1-DF83-37DA-10DCEF35CD29}"/>
              </a:ext>
            </a:extLst>
          </p:cNvPr>
          <p:cNvGrpSpPr/>
          <p:nvPr/>
        </p:nvGrpSpPr>
        <p:grpSpPr>
          <a:xfrm>
            <a:off x="4617349" y="3318153"/>
            <a:ext cx="1068643" cy="369332"/>
            <a:chOff x="3647644" y="4910075"/>
            <a:chExt cx="1068643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6F9F0DE-9D45-1AE3-BCAD-C6923E45B4CB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882257C-B1B4-ECAC-31D4-342FB6AE49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E2B89ED-B949-6EAD-DF33-D828CFD60696}"/>
              </a:ext>
            </a:extLst>
          </p:cNvPr>
          <p:cNvGrpSpPr/>
          <p:nvPr/>
        </p:nvGrpSpPr>
        <p:grpSpPr>
          <a:xfrm>
            <a:off x="5907497" y="3844688"/>
            <a:ext cx="1064340" cy="369332"/>
            <a:chOff x="3647644" y="5421073"/>
            <a:chExt cx="1064340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0759410-49F5-587F-C1BE-8EDC5C04263D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DDBFE25-C182-2EED-B5EA-71F711377F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D339067-0682-53AD-4B01-A693F4D6D948}"/>
              </a:ext>
            </a:extLst>
          </p:cNvPr>
          <p:cNvGrpSpPr/>
          <p:nvPr/>
        </p:nvGrpSpPr>
        <p:grpSpPr>
          <a:xfrm>
            <a:off x="5036690" y="4216633"/>
            <a:ext cx="1068643" cy="369332"/>
            <a:chOff x="3647644" y="5359159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127E7B5-6842-294F-5348-972D0B1E6F3C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F09F136-3788-5D3B-7DA9-176CD5F30E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177B10D-FBFA-0ED0-9169-1ED202C22D96}"/>
              </a:ext>
            </a:extLst>
          </p:cNvPr>
          <p:cNvGrpSpPr/>
          <p:nvPr/>
        </p:nvGrpSpPr>
        <p:grpSpPr>
          <a:xfrm>
            <a:off x="4972278" y="5164897"/>
            <a:ext cx="1076632" cy="369332"/>
            <a:chOff x="2157212" y="5356391"/>
            <a:chExt cx="1076632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D9AB3CE-B995-165D-38FD-95F79C4178A6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87EA1D5-29F6-9C36-4EA4-A7564C3B34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88D144B-18CA-0BAB-0EA3-F13D23CA1D02}"/>
              </a:ext>
            </a:extLst>
          </p:cNvPr>
          <p:cNvGrpSpPr/>
          <p:nvPr/>
        </p:nvGrpSpPr>
        <p:grpSpPr>
          <a:xfrm>
            <a:off x="6355728" y="4585965"/>
            <a:ext cx="1076632" cy="369332"/>
            <a:chOff x="2157212" y="5356391"/>
            <a:chExt cx="1076632" cy="3693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FAA66CD-05E8-6401-7696-CBEA8A48D90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10169F8-8FD1-50F9-FBF8-D1D41CE787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9904450B-2F37-5F0D-5E3E-0CAADDB1BB32}"/>
              </a:ext>
            </a:extLst>
          </p:cNvPr>
          <p:cNvSpPr/>
          <p:nvPr/>
        </p:nvSpPr>
        <p:spPr>
          <a:xfrm>
            <a:off x="5953078" y="4677127"/>
            <a:ext cx="325139" cy="20199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DBFC40A-F8B1-4B21-CA94-2CB2B1774161}"/>
              </a:ext>
            </a:extLst>
          </p:cNvPr>
          <p:cNvGrpSpPr/>
          <p:nvPr/>
        </p:nvGrpSpPr>
        <p:grpSpPr>
          <a:xfrm>
            <a:off x="4807872" y="5809474"/>
            <a:ext cx="1076632" cy="369332"/>
            <a:chOff x="2157212" y="5356391"/>
            <a:chExt cx="1076632" cy="3693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268D7A1-97F5-0833-A5E3-C1F402DF90C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DE04842-CC21-0EA0-F337-B431503991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6844F063-34DC-57E1-A440-EB163BAE23DA}"/>
              </a:ext>
            </a:extLst>
          </p:cNvPr>
          <p:cNvSpPr/>
          <p:nvPr/>
        </p:nvSpPr>
        <p:spPr>
          <a:xfrm>
            <a:off x="5367636" y="4482225"/>
            <a:ext cx="475952" cy="20199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75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B43AC5-FB08-E4CC-F233-F50BDC985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13" y="1286096"/>
            <a:ext cx="7247173" cy="5435380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fluorine-18.py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926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B43AC5-FB08-E4CC-F233-F50BDC985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13" y="1286096"/>
            <a:ext cx="7247173" cy="5435380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fluorine-18.py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732228-3B2A-2F49-D492-A74A0703D34B}"/>
              </a:ext>
            </a:extLst>
          </p:cNvPr>
          <p:cNvSpPr txBox="1"/>
          <p:nvPr/>
        </p:nvSpPr>
        <p:spPr>
          <a:xfrm>
            <a:off x="628649" y="4431935"/>
            <a:ext cx="2124945" cy="1200329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At least </a:t>
            </a:r>
            <a:r>
              <a:rPr lang="en-US" dirty="0">
                <a:ln>
                  <a:solidFill>
                    <a:schemeClr val="tx1"/>
                  </a:solidFill>
                </a:ln>
              </a:rPr>
              <a:t>5%</a:t>
            </a:r>
            <a:r>
              <a:rPr lang="en-US" dirty="0">
                <a:solidFill>
                  <a:srgbClr val="0070C0"/>
                </a:solidFill>
              </a:rPr>
              <a:t> of the injected Flourine-18 must still be present to be detected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ABF9E1-C3A6-21E1-D385-4494A0F727F2}"/>
              </a:ext>
            </a:extLst>
          </p:cNvPr>
          <p:cNvCxnSpPr>
            <a:cxnSpLocks/>
          </p:cNvCxnSpPr>
          <p:nvPr/>
        </p:nvCxnSpPr>
        <p:spPr>
          <a:xfrm>
            <a:off x="1861864" y="5749001"/>
            <a:ext cx="2484711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B7D5CA-4FA9-5C3D-1FFF-1C87325DCC84}"/>
              </a:ext>
            </a:extLst>
          </p:cNvPr>
          <p:cNvCxnSpPr>
            <a:cxnSpLocks/>
          </p:cNvCxnSpPr>
          <p:nvPr/>
        </p:nvCxnSpPr>
        <p:spPr>
          <a:xfrm>
            <a:off x="4319588" y="5749001"/>
            <a:ext cx="0" cy="406803"/>
          </a:xfrm>
          <a:prstGeom prst="straightConnector1">
            <a:avLst/>
          </a:prstGeom>
          <a:ln w="381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193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B43AC5-FB08-E4CC-F233-F50BDC985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13" y="1286096"/>
            <a:ext cx="7247173" cy="5435380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fluorine-18.py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732228-3B2A-2F49-D492-A74A0703D34B}"/>
              </a:ext>
            </a:extLst>
          </p:cNvPr>
          <p:cNvSpPr txBox="1"/>
          <p:nvPr/>
        </p:nvSpPr>
        <p:spPr>
          <a:xfrm>
            <a:off x="628649" y="4431935"/>
            <a:ext cx="2124945" cy="1200329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At least </a:t>
            </a:r>
            <a:r>
              <a:rPr lang="en-US" dirty="0">
                <a:ln>
                  <a:solidFill>
                    <a:schemeClr val="tx1"/>
                  </a:solidFill>
                </a:ln>
              </a:rPr>
              <a:t>5%</a:t>
            </a:r>
            <a:r>
              <a:rPr lang="en-US" dirty="0">
                <a:solidFill>
                  <a:srgbClr val="0070C0"/>
                </a:solidFill>
              </a:rPr>
              <a:t> of the injected Flourine-18 must still be present to be detected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ABF9E1-C3A6-21E1-D385-4494A0F727F2}"/>
              </a:ext>
            </a:extLst>
          </p:cNvPr>
          <p:cNvCxnSpPr>
            <a:cxnSpLocks/>
          </p:cNvCxnSpPr>
          <p:nvPr/>
        </p:nvCxnSpPr>
        <p:spPr>
          <a:xfrm>
            <a:off x="1861864" y="5749001"/>
            <a:ext cx="2484711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4BE7204-DCBB-BD0E-5B98-EC3EB0779FC4}"/>
              </a:ext>
            </a:extLst>
          </p:cNvPr>
          <p:cNvSpPr txBox="1"/>
          <p:nvPr/>
        </p:nvSpPr>
        <p:spPr>
          <a:xfrm>
            <a:off x="3855617" y="2413337"/>
            <a:ext cx="4859592" cy="203132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What </a:t>
            </a:r>
            <a:r>
              <a:rPr lang="en-US" dirty="0">
                <a:ln>
                  <a:solidFill>
                    <a:schemeClr val="tx1"/>
                  </a:solidFill>
                </a:ln>
              </a:rPr>
              <a:t>two</a:t>
            </a:r>
            <a:r>
              <a:rPr lang="en-US" dirty="0">
                <a:solidFill>
                  <a:srgbClr val="0070C0"/>
                </a:solidFill>
              </a:rPr>
              <a:t> key concepts does this graph suggest?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After </a:t>
            </a:r>
            <a:r>
              <a:rPr lang="en-US" dirty="0">
                <a:ln>
                  <a:solidFill>
                    <a:schemeClr val="tx1"/>
                  </a:solidFill>
                </a:ln>
              </a:rPr>
              <a:t>12 hours </a:t>
            </a:r>
            <a:r>
              <a:rPr lang="en-US" dirty="0">
                <a:solidFill>
                  <a:srgbClr val="0070C0"/>
                </a:solidFill>
              </a:rPr>
              <a:t>the ingested Fluorine-18 has decayed enough to not be a lingering threat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Medical staff must get patients into the PET scan within </a:t>
            </a:r>
            <a:r>
              <a:rPr lang="en-US" b="1" dirty="0">
                <a:ln>
                  <a:solidFill>
                    <a:schemeClr val="tx1"/>
                  </a:solidFill>
                </a:ln>
              </a:rPr>
              <a:t>~5</a:t>
            </a:r>
            <a:r>
              <a:rPr lang="en-US" b="1" dirty="0">
                <a:ln>
                  <a:solidFill>
                    <a:srgbClr val="FF0000"/>
                  </a:solidFill>
                </a:ln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hours after taking Fluorine-18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B7D5CA-4FA9-5C3D-1FFF-1C87325DCC84}"/>
              </a:ext>
            </a:extLst>
          </p:cNvPr>
          <p:cNvCxnSpPr>
            <a:cxnSpLocks/>
          </p:cNvCxnSpPr>
          <p:nvPr/>
        </p:nvCxnSpPr>
        <p:spPr>
          <a:xfrm>
            <a:off x="4319588" y="5749001"/>
            <a:ext cx="0" cy="406803"/>
          </a:xfrm>
          <a:prstGeom prst="straightConnector1">
            <a:avLst/>
          </a:prstGeom>
          <a:ln w="381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253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3E6C6B-547A-48EC-8E69-8444D9EA604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3337" y="671051"/>
            <a:ext cx="6717325" cy="28169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AECBFA-048A-41FF-8751-30D92A00D971}"/>
              </a:ext>
            </a:extLst>
          </p:cNvPr>
          <p:cNvSpPr txBox="1"/>
          <p:nvPr/>
        </p:nvSpPr>
        <p:spPr>
          <a:xfrm>
            <a:off x="2603089" y="316983"/>
            <a:ext cx="3937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Hidden Figures</a:t>
            </a:r>
            <a:r>
              <a:rPr lang="en-US" dirty="0"/>
              <a:t>, Fox 2000 Pictures, 2016</a:t>
            </a:r>
          </a:p>
        </p:txBody>
      </p:sp>
    </p:spTree>
    <p:extLst>
      <p:ext uri="{BB962C8B-B14F-4D97-AF65-F5344CB8AC3E}">
        <p14:creationId xmlns:p14="http://schemas.microsoft.com/office/powerpoint/2010/main" val="2729075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3E6C6B-547A-48EC-8E69-8444D9EA604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3337" y="671051"/>
            <a:ext cx="6717325" cy="28169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AECBFA-048A-41FF-8751-30D92A00D971}"/>
              </a:ext>
            </a:extLst>
          </p:cNvPr>
          <p:cNvSpPr txBox="1"/>
          <p:nvPr/>
        </p:nvSpPr>
        <p:spPr>
          <a:xfrm>
            <a:off x="2603089" y="316983"/>
            <a:ext cx="3937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Hidden Figures</a:t>
            </a:r>
            <a:r>
              <a:rPr lang="en-US" dirty="0"/>
              <a:t>, Fox 2000 Pictures, 2016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B1D1F0-F1E7-4F3F-BC72-C24216A93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28" y="2358664"/>
            <a:ext cx="4084334" cy="31866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F6A676-2F70-4C23-AC60-C288ECFA2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2580" y="3127780"/>
            <a:ext cx="5609524" cy="32285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39F0D93A-3AC9-4262-AF55-F031E91C1B74}"/>
              </a:ext>
            </a:extLst>
          </p:cNvPr>
          <p:cNvSpPr/>
          <p:nvPr/>
        </p:nvSpPr>
        <p:spPr>
          <a:xfrm>
            <a:off x="7057509" y="4884559"/>
            <a:ext cx="1706763" cy="502119"/>
          </a:xfrm>
          <a:prstGeom prst="wedgeRoundRectCallout">
            <a:avLst>
              <a:gd name="adj1" fmla="val -43541"/>
              <a:gd name="adj2" fmla="val 994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Euler’s Method</a:t>
            </a:r>
          </a:p>
        </p:txBody>
      </p:sp>
    </p:spTree>
    <p:extLst>
      <p:ext uri="{BB962C8B-B14F-4D97-AF65-F5344CB8AC3E}">
        <p14:creationId xmlns:p14="http://schemas.microsoft.com/office/powerpoint/2010/main" val="3364387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7880</TotalTime>
  <Words>210</Words>
  <Application>Microsoft Office PowerPoint</Application>
  <PresentationFormat>On-screen Show (4:3)</PresentationFormat>
  <Paragraphs>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Modelling Nuclear Decay</vt:lpstr>
      <vt:lpstr>Fluorine-18</vt:lpstr>
      <vt:lpstr>Fluorine-18</vt:lpstr>
      <vt:lpstr>Open fluorine-18.py</vt:lpstr>
      <vt:lpstr>View fluorine-18.py</vt:lpstr>
      <vt:lpstr>Run fluorine-18.py</vt:lpstr>
      <vt:lpstr>Run fluorine-18.py</vt:lpstr>
      <vt:lpstr>Run fluorine-18.py</vt:lpstr>
      <vt:lpstr>PowerPoint Presentation</vt:lpstr>
      <vt:lpstr>PowerPoint Presentation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946</cp:revision>
  <cp:lastPrinted>2015-06-01T00:45:11Z</cp:lastPrinted>
  <dcterms:created xsi:type="dcterms:W3CDTF">2014-09-21T17:58:26Z</dcterms:created>
  <dcterms:modified xsi:type="dcterms:W3CDTF">2023-01-12T05:20:39Z</dcterms:modified>
</cp:coreProperties>
</file>